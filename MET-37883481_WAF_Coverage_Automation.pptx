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0160">
            <a:solidFill>
              <a:srgbClr val="B8C4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8368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5758B"/>
                </a:solidFill>
              </a:rPr>
              <a:t>MET-37883481 WAF Coverage Metric Automation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</a:rPr>
              <a:t>MET-37883481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WAF Coverage Metric Automation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7F7"/>
                </a:solidFill>
              </a:rPr>
              <a:t>From manual SiteShield/email/PowerShell processing to a daily, auditable AAP-driven metric pipeline.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14173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514600" y="4800600"/>
            <a:ext cx="141732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06240" y="4800600"/>
            <a:ext cx="1554480" cy="502920"/>
          </a:xfrm>
          <a:prstGeom prst="rect">
            <a:avLst/>
          </a:prstGeom>
          <a:solidFill>
            <a:srgbClr val="DDF7F3"/>
          </a:solidFill>
          <a:ln w="12700"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SiteShield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897880" y="5056632"/>
            <a:ext cx="1005840" cy="0"/>
          </a:xfrm>
          <a:prstGeom prst="line">
            <a:avLst/>
          </a:prstGeom>
          <a:noFill/>
          <a:ln w="2032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040880" y="4681728"/>
            <a:ext cx="1965960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Automation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25712" y="5056632"/>
            <a:ext cx="932688" cy="0"/>
          </a:xfrm>
          <a:prstGeom prst="line">
            <a:avLst/>
          </a:prstGeom>
          <a:noFill/>
          <a:ln w="2032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195560" y="4681728"/>
            <a:ext cx="150876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+ Audit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the metric is trying to prove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automation answers one business question every day.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all eligible internet-facing web VIPs, what percentage are correctly protected by the expected WAF control?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8720" y="2971800"/>
            <a:ext cx="28346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Eligible VIPs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5569"/>
                </a:solidFill>
              </a:rPr>
              <a:t>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00600" y="2971800"/>
            <a:ext cx="28346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Eligible VIPs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18120" y="30723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× 100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915400" y="3310128"/>
            <a:ext cx="777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875520" y="2971800"/>
            <a:ext cx="14630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4343400"/>
            <a:ext cx="33832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when &gt;= 96%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5166360"/>
            <a:ext cx="97840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grain is VIP: the count is based on VIP records, not hostname count or server count.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Current process vs target process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old process is fragile; the new process must be centralized, repeatable, and auditable.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2860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manual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246888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automation chain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261872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Automation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21408" y="2322576"/>
            <a:ext cx="137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331720" y="2057400"/>
            <a:ext cx="1261872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/ Mailbox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30168" y="2322576"/>
            <a:ext cx="137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40480" y="2057400"/>
            <a:ext cx="1261872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Folder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38928" y="2322576"/>
            <a:ext cx="137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49240" y="2057400"/>
            <a:ext cx="1261872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CSV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47688" y="2322576"/>
            <a:ext cx="137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0" y="2057400"/>
            <a:ext cx="1261872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Splunk Upload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2322576"/>
            <a:ext cx="137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366760" y="2057400"/>
            <a:ext cx="1261872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/ MMD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1261872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Schedule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21408" y="4882896"/>
            <a:ext cx="1371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331720" y="4617720"/>
            <a:ext cx="1261872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30168" y="4882896"/>
            <a:ext cx="1371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840480" y="4617720"/>
            <a:ext cx="1261872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38928" y="4882896"/>
            <a:ext cx="1371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349240" y="4617720"/>
            <a:ext cx="1261872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Engine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47688" y="4882896"/>
            <a:ext cx="1371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858000" y="4617720"/>
            <a:ext cx="1261872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Publish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56448" y="4882896"/>
            <a:ext cx="13716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366760" y="4617720"/>
            <a:ext cx="1261872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+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2999232"/>
            <a:ext cx="102412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person/laptop dependency, manual CSV handling, fragile email attachments, and hardcoded SiteShield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How a web application is typically reached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This is the reference path for most of the terminology.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0200" y="3154680"/>
            <a:ext cx="114300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886200" y="3154680"/>
            <a:ext cx="109728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172200" y="3154680"/>
            <a:ext cx="114300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3154680"/>
            <a:ext cx="96012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2920" y="2788920"/>
            <a:ext cx="1143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Browser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88920" y="2697480"/>
            <a:ext cx="11430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app.example.com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2697480"/>
            <a:ext cx="114300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+ WAF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60920" y="2697480"/>
            <a:ext cx="11430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/ VIP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161.150.x.x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0" y="2697480"/>
            <a:ext cx="114300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10.x.x.x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48840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 = user-facing name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= Internet security edge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Origin/VIP = where Akamai sends traffic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= real app servers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Core terms: hostname, VIP, origin, backend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Same application, different names depending on viewpoint.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8288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80360" y="1380744"/>
            <a:ext cx="29718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Human-readable application name such as app.example.com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18288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75320" y="1380744"/>
            <a:ext cx="29718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IP representing the application/service; this is the metric grain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1828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3209544"/>
            <a:ext cx="29718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Akamai viewpoint: the destination Akamai forwards traffic 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3246120"/>
            <a:ext cx="18288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3209544"/>
            <a:ext cx="29718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server/node IP behind the VIP, often private 10.x.x.x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53212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Brutally important distinction: the metric counts VIPs. Hostnames and origins are used to prove compliance; backend servers are usually not the metric object.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WAF: what it protects against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 Web Application Firewall inspects HTTP/HTTPS application traffic.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3774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network firewall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Looks mostly at IPs, ports, protocols, and routing rules.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92040" y="1691640"/>
            <a:ext cx="21945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61772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Understands web requests and can detect application-layer attacks.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32520" y="1828800"/>
            <a:ext cx="237744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Malicious HTTP 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attack patterns: SQL injection, XSS, malicious bots, known exploit payloads.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2212848"/>
            <a:ext cx="11430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23760" y="2212848"/>
            <a:ext cx="12801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F5 path: compliance means ASM is blocking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For FutureCoverage = F5, the key field is ltm_asm_mode.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103120" y="2971800"/>
            <a:ext cx="155448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257800" y="2971800"/>
            <a:ext cx="155448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412480" y="2971800"/>
            <a:ext cx="123444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77240" y="2560320"/>
            <a:ext cx="12801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VIP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03320" y="2514600"/>
            <a:ext cx="150876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F5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2514600"/>
            <a:ext cx="150876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ltm_asm_mode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blocking?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0" y="2514600"/>
            <a:ext cx="141732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TRUE/FALSE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100584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mode matters because a WAF in observe/transparent mode may detect attacks but still allow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Akamai path: two controls must pass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Hostname WAF coverage and origin protection are both required.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20116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VIP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 = Akamai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80360" y="3154680"/>
            <a:ext cx="960120" cy="-10058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80360" y="3154680"/>
            <a:ext cx="960120" cy="10058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977640" y="1783080"/>
            <a:ext cx="182880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AppSec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MissingNames = 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77640" y="3794760"/>
            <a:ext cx="1828800" cy="822960"/>
          </a:xfrm>
          <a:prstGeom prst="rect">
            <a:avLst/>
          </a:prstGeom>
          <a:solidFill>
            <a:srgbClr val="DDF7F3"/>
          </a:solidFill>
          <a:ln w="12700"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SiteShield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OriginRuleCoverage = TRUE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0" y="2194560"/>
            <a:ext cx="1463040" cy="6858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0" y="4206240"/>
            <a:ext cx="1463040" cy="-7772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543800" y="2907792"/>
            <a:ext cx="6858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66760" y="3246120"/>
            <a:ext cx="10972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0" y="2743200"/>
            <a:ext cx="182880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only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both pass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Why SiteShield exists: prevent origin bypass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Akamai WAF is not enough if the origin can be reached directly.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64592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path: bypass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3716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2560320"/>
            <a:ext cx="621792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823960" y="2148840"/>
            <a:ext cx="164592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/ VIP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161.150.x.x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Internet reachability can bypass Akamai WAF.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182880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path: protected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48840" y="4873752"/>
            <a:ext cx="1508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94760" y="4526280"/>
            <a:ext cx="146304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WAF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94960" y="4873752"/>
            <a:ext cx="1645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178040" y="4443984"/>
            <a:ext cx="1691640" cy="841248"/>
          </a:xfrm>
          <a:prstGeom prst="rect">
            <a:avLst/>
          </a:prstGeom>
          <a:solidFill>
            <a:srgbClr val="DDF7F3"/>
          </a:solidFill>
          <a:ln w="12700"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SiteShield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 origin path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4873752"/>
            <a:ext cx="6858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29800" y="4526280"/>
            <a:ext cx="128016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/ VIP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Source systems and their responsibilities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Each API answers a different question.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20116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63240" y="1362456"/>
            <a:ext cx="7498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VIPs/applications exist? Active? Created date? Aliases? ASM status?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01168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PAPI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2505456"/>
            <a:ext cx="7498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Akamai groups/mnemonics/assignments map to applications?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0116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AppSec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63240" y="3648456"/>
            <a:ext cx="7498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required hostnames are covered by Akamai WAF policies?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2011680" cy="640080"/>
          </a:xfrm>
          <a:prstGeom prst="rect">
            <a:avLst/>
          </a:prstGeom>
          <a:solidFill>
            <a:srgbClr val="DDF7F3"/>
          </a:solidFill>
          <a:ln w="12700"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SiteShield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4791456"/>
            <a:ext cx="74980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origins/VIPs have origin protection evidence?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End-to-end AAP pipeline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This is the automation we need to build.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0515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Preflight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6002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874520" y="2743200"/>
            <a:ext cx="10515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APIs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246120" y="2743200"/>
            <a:ext cx="10515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+ Normalize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617720" y="2743200"/>
            <a:ext cx="10515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89320" y="2743200"/>
            <a:ext cx="10515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60920" y="2743200"/>
            <a:ext cx="105156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F5/Akamai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582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732520" y="2743200"/>
            <a:ext cx="105156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Engine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29800" y="3136392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104120" y="2743200"/>
            <a:ext cx="105156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+ Notify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4709160"/>
            <a:ext cx="10058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automation must be daily, API-driven, repeatable, and auditable. It should fail closed instead of publishing a misleading metric.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Internal normalized VIP record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Normalize all source data before applying business rules.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48463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vip: 161.150.25.40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active: true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created_date_utc: 2026-06-01T00:00:00Z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hostnames: [app.example.com, api.example.com]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asm_mode: blocking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future_coverage: Akamai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origin_rule_coverage: true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missing_names: 0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eligible: true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compliant: true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reason_code: AKAMAI_COMPLIANT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466344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Schema validation catches upstream API changes.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Hostname normalization avoids false missing-name failures.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IP/CIDR validation prevents bad population counts.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Freshness validation prevents stale-source metrics.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4434840"/>
            <a:ext cx="457200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clean object per VIP makes later eligibility, compliance, Splunk, and audit logic much simpler.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Eligibility engine creates the denominator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Not every Mosaic VIP should count in the metric.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2788920"/>
            <a:ext cx="11430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 VIPs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3127248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011680" y="2788920"/>
            <a:ext cx="11430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= TRUE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127248"/>
            <a:ext cx="36576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11880" y="2788920"/>
            <a:ext cx="141732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161.150.0.0/16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74920" y="3127248"/>
            <a:ext cx="2286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49240" y="2788920"/>
            <a:ext cx="11430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Web VIP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3127248"/>
            <a:ext cx="32004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03720" y="2788920"/>
            <a:ext cx="11430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3127248"/>
            <a:ext cx="1828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321040" y="2788920"/>
            <a:ext cx="11430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&gt;= 60 days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09760" y="3127248"/>
            <a:ext cx="45720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012680" y="2788920"/>
            <a:ext cx="114300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100584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 = total eligible VIPs after all filters. New/invalid/out-of-scope records do not count.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60-day UTC grace period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Boundary handling must be exact.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97280" y="3200400"/>
            <a:ext cx="9875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788920"/>
            <a:ext cx="8229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Created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2670048"/>
            <a:ext cx="105156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59d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23:59:59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2670048"/>
            <a:ext cx="1051560" cy="10515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60d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00:00:00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0" y="2788920"/>
            <a:ext cx="82296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Eligible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eligible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from this exact instant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5257800"/>
            <a:ext cx="96012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UTC consistently. Do not mix local time, API time, and Splunk time.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FutureCoverage routes the compliance logic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Different protection paths require different evidence.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VIP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23160" y="3218688"/>
            <a:ext cx="1234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794760" y="2697480"/>
            <a:ext cx="182880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 rules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3218688"/>
            <a:ext cx="10058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903720" y="2697480"/>
            <a:ext cx="18288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overrides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69680" y="3218688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921240" y="2697480"/>
            <a:ext cx="155448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path: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 or Akamai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4241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override logic. The SOP explicitly treats unknown override logic as a classification risk requiring formal approval.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F5 compliance evaluation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For F5, a VIP is compliant only when ASM mode is blocking.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 = F5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063240" y="2926080"/>
            <a:ext cx="132588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572000" y="2423160"/>
            <a:ext cx="210312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ltm_asm_mode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Mosaic/F5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2926080"/>
            <a:ext cx="118872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0" y="2560320"/>
            <a:ext cx="1371600" cy="73152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784080" y="2697480"/>
            <a:ext cx="822960" cy="-54864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784080" y="3154680"/>
            <a:ext cx="822960" cy="54864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698480" y="1783080"/>
            <a:ext cx="8686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0" y="3429000"/>
            <a:ext cx="86868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Transparent, monitoring, disabled, missing, or unknown modes should not be treated as compliant.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Akamai compliance evaluation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For Akamai, the rule is strict AND logic.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82880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 = Akamai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97480" y="3200400"/>
            <a:ext cx="1097280" cy="-91440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97480" y="3200400"/>
            <a:ext cx="1097280" cy="91440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931920" y="1920240"/>
            <a:ext cx="2011680" cy="73152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Hostnames covered?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MissingNames =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3749040"/>
            <a:ext cx="2011680" cy="731520"/>
          </a:xfrm>
          <a:prstGeom prst="rect">
            <a:avLst/>
          </a:prstGeom>
          <a:solidFill>
            <a:srgbClr val="DDF7F3"/>
          </a:solidFill>
          <a:ln w="12700"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protected?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OriginRuleCoverage = TRUE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1280160" cy="68580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4114800"/>
            <a:ext cx="1280160" cy="-68580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589520" y="2880360"/>
            <a:ext cx="7772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03920" y="3264408"/>
            <a:ext cx="91440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0" y="2697480"/>
            <a:ext cx="132588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either condition fails, the VIP is non-compliant. There is no partial credit in the numerator.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Metric engine: numerator, denominator, status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Final result is a rounded whole percentage.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219456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VIP count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219456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Numerator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+ Compliant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20440" y="2423160"/>
            <a:ext cx="1234440" cy="54864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4251960"/>
            <a:ext cx="1234440" cy="-54864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983480" y="2743200"/>
            <a:ext cx="228600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Num / Den × 100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52360" y="3273552"/>
            <a:ext cx="86868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458200" y="2743200"/>
            <a:ext cx="155448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nearest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number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149840" y="3273552"/>
            <a:ext cx="4572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744200" y="2697480"/>
            <a:ext cx="914400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&gt;=96%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102412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question: denominator = 0 behavior must be formally defined before production.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Required outputs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automation must produce both record-level data and run-level evidence.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29184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Dataset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VIP, Eligible, FutureCoverage, OriginRuleCoverage, MissingNames, Compliant, ReasonCode, CalculationVersion, RunID</a:t>
            </a:r>
            <a:endParaRPr lang="en-US" sz="1380" dirty="0"/>
          </a:p>
        </p:txBody>
      </p:sp>
      <p:sp>
        <p:nvSpPr>
          <p:cNvPr id="5" name="Text 3"/>
          <p:cNvSpPr/>
          <p:nvPr/>
        </p:nvSpPr>
        <p:spPr>
          <a:xfrm>
            <a:off x="4434840" y="1417320"/>
            <a:ext cx="329184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Summary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ID, Reporting Date, Source Counts, Numerator, Denominator, Coverage %, Status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8046720" y="1417320"/>
            <a:ext cx="3291840" cy="1828800"/>
          </a:xfrm>
          <a:prstGeom prst="rect">
            <a:avLst/>
          </a:prstGeom>
          <a:solidFill>
            <a:srgbClr val="DDF7F3"/>
          </a:solidFill>
          <a:ln w="12700">
            <a:solidFill>
              <a:srgbClr val="2DD4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Manifest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Start/End Time, Duration, Source Versions, Git Commit, Validation Results, Publication Status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4663440" y="4389120"/>
            <a:ext cx="283464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Splunk Publication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10149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mechanism still needs confirmation: HEC, lookup API, REST endpoint, index/sourcetype, or internal method.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Failure handling and risk controls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Security metrics must be correct, not merely generated.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320040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SiteShield API unavailable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34840" y="1271016"/>
            <a:ext cx="6035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closed; metric unavailable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schema changes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2048256"/>
            <a:ext cx="6035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 stops bad parsing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2004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source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825496"/>
            <a:ext cx="6035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Freshness validation blocks stale metric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320040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overrides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3602736"/>
            <a:ext cx="6035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approval before classification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32004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mismatch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4379976"/>
            <a:ext cx="60350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during UAT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669280"/>
            <a:ext cx="101498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KPI &gt; failed job is the wrong tradeoff. A failed job is visible; a wrong security metric is dangerous.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Suggested repository and role design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Keep orchestration simple; put logic into modular roles and config.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boundary_protection_automation/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playbooks/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roles/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config/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schemas/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tests/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docs/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runbooks/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66360" y="1463040"/>
            <a:ext cx="612648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roles: preflight, mosaic, akamai_papi, akamai_appsec, siteshield, normalize, eligibility, future_coverage, f5_evaluation, akamai_evaluation, metric_engine, output_generation, splunk_publish, notification, audit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66360" y="4434840"/>
            <a:ext cx="603504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main playbook should orchestrate the roles. Do not bury business rules directly inside a massive playbook.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Configuration, schemas, and credentials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Production design must separate business rules, data contracts, and secrets.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20116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config/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27432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CIDR, threshold, grace period, web-VIP patterns, calculation version, override tables.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4920" y="1645920"/>
            <a:ext cx="20116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schemas/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120640" y="2560320"/>
            <a:ext cx="27432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Mosaic, PAPI, AppSec, SiteShield, and Splunk payload structures.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0" y="1645920"/>
            <a:ext cx="201168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credentials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15400" y="2560320"/>
            <a:ext cx="25603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AAP-managed credentials. Do not pass API secrets through surveys.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4983480"/>
            <a:ext cx="9418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 inputs should be operational controls only: dry run, date override for testing, publish flag, notification flag, verbosity.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Test strategy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 hardest part is business logic, not HTTP calls.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200400" cy="201168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60-day boundary, CIDR, ASM modes, Akamai coverage, MissingNames, SiteShield matching, overrides, reason codes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80560" y="1554480"/>
            <a:ext cx="3200400" cy="2011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 retrieval, Akamai retrieval, SiteShield retrieval, Splunk publication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38160" y="1554480"/>
            <a:ext cx="3200400" cy="201168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 classification, coverage results, numerator, denominator, final percentage, Splunk reconciliation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10424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mocks first, lock the logic, then connect real APIs. Otherwise every defect will look like an API issue.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Recommended build order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This sequence reduces debugging noise and UAT risk.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8105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mocks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560320" y="20116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26080" y="182880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18105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00600" y="20116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66360" y="182880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8105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engine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06640" y="182880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9560" y="18105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281160" y="20116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46920" y="182880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49840" y="18105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 evaluation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84048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6393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evaluation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2560320" y="38404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926080" y="3657600"/>
            <a:ext cx="384048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6393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outputs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800600" y="38404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166360" y="3657600"/>
            <a:ext cx="384048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6393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APIs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040880" y="38404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406640" y="3657600"/>
            <a:ext cx="384048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36393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publish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281160" y="3840480"/>
            <a:ext cx="24688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646920" y="3657600"/>
            <a:ext cx="384048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49840" y="3639312"/>
            <a:ext cx="14630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schedule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14400" y="5257800"/>
            <a:ext cx="103327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start with Splunk. If eligibility and compliance logic are wrong, publishing faster just spreads wrong data faster.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Development blockers to clarify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These are needed before production-grade implementation.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493776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Exact Mosaic endpoints/responses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Akamai PAPI/AppSec endpoints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SiteShield API response and matching rule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Splunk ingestion method/index/sourcetype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Final FutureCoverage rules and overrides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493776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Exact web-VIP criteria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Reason-code catalogue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Freshness thresholds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Denominator = 0 behavior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</a:rPr>
              <a:t>Persistent audit storage/retention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4241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Biggest blocker: FutureCoverage + business override logic. Guessing here will create incorrect classifications.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Requirement in one picture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Daily, API-driven, auditable WAF coverage calculation.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5087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Daily Run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3218688"/>
            <a:ext cx="7772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200400" y="2651760"/>
            <a:ext cx="187452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APIs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 + Akamai + SiteShield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57800" y="3218688"/>
            <a:ext cx="8229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217920" y="2651760"/>
            <a:ext cx="187452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+ Compliance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3218688"/>
            <a:ext cx="7772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2651760"/>
            <a:ext cx="2057400" cy="105156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+ Summary +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892040"/>
            <a:ext cx="10058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proving: every mature active web VIP in the approved CIDR is protected by its expected WAF path.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(1-7)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problem: prove WAF coverage for eligible internet-facing web VIPs.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formula: compliant eligible VIPs divided by total eligible VIPs, multiplied by 100.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architecture: user reaches hostname, then Akamai/F5, then origin/VIP, then backend.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Hostname: human-readable application name such as app.example.com.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address: network address; not every IP is a server.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VIP: virtual IP representing an application/service and the approved metric grain.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server: actual compute/application node behind a VIP.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(8-14)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balancer: distributes requests from one VIP to multiple backend servers.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F5: application delivery/load-balancing/security platform.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 ASM: F5 WAF capability; compliant only when mode is blocking.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WAF: Web Application Firewall that inspects HTTP/HTTPS application traffic.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Akamai: internet edge platform that can provide CDN, WAF, security, and routing.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AppSec: source for hostname WAF coverage/configuration/policy evidence.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MissingNames: count of required hostnames not protected in Akamai.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(15-21)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Origin: destination Akamai forwards traffic to after edge processing.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 IP vs backend IP: origin may be the F5 VIP, not the final private server.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alone is insufficient if users can bypass it and hit the origin directly.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SiteShield: origin-protection mechanism/data source to validate bypass protection.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19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OriginRuleCoverage: boolean evidence that the Akamai origin is protected as required.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AppSec and SiteShield together prove hostname protection plus origin protection.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Mosaic: authoritative source for VIP inventory and metadata.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(22-28)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Alias: additional hostname associated with the same application/VIP.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PAPI: provides group/mnemonic/assignment data for Akamai mapping.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Mnemonic: application identifier used to correlate records across systems.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FutureCoverage: business classification of the expected protection path: F5 or Akamai.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FutureCoverage is required because F5 and Akamai have different compliance rules.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overrides adjust the default FutureCoverage decision after formal approval.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CIDR 161.150.0.0/16 defines the approved eligible VIP network range.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(29-35)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60-day grace period prevents newly created VIPs from counting immediately.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UTC is required for exact cross-system 60-day boundary consistency.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population is created by active, CIDR, web-VIP, dedupe, and age filters.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 means total eligible VIPs after all filters.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Numerator means eligible VIPs that are also compliant.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is numerator divided by denominator; then rounded to nearest whole number.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 compliant example: eligible VIP + FutureCoverage F5 + ASM blocking.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(36-42)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 non-compliant example: eligible VIP + FutureCoverage F5 + ASM not blocking.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compliant example: MissingNames 0 and OriginRuleCoverage TRUE.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hostname failure: any missing required hostname makes VIP non-compliant.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39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Akamai SiteShield failure: origin protection missing makes VIP non-compliant.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ReasonCode explains exactly why a VIP is compliant or non-compliant.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receives and reports the detailed and summary metric results.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Splunk dataset is the VIP-level output contract.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(43-49)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RunID uniquely ties records, summary, logs, and audit for one execution.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CalculationVersion identifies which business logic version generated the result.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summary gives run-level numerator, denominator, percentage, and status.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manifest proves how, when, and with what source/code version the metric ran.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commit in audit connects the result to the exact automation code revision.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 prevents bad assumptions when upstream API responses change.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13232" y="476402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49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474573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Freshness validation prevents stale source data from producing an invalid metric.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55-point requirement map (50-55)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Appendix: full 55-point explanation mapped into concise bullets.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 means stop rather than publish a misleading metric when required evidence is missing.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13232" y="1837944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is the centralized execution platform for scheduling, credentials, RBAC, and history.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AAP replaces laptop-based manual processing and fragile email attachment flows.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process uses APIs, validation, eligibility, FutureCoverage, evaluations, metric engine, Splunk, and notifications.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13232" y="3593592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Ansible developers, separate acquisition, processing, business logic, and reporting layers.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</a:rPr>
              <a:t>55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proof: every mature active web VIP in scope has the expected WAF path correctly configured.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 Coverage Metric Automation</dc:title>
  <dc:subject>MET-37883481 WAF Coverage Metric Automation</dc:subject>
  <dc:creator>OpenAI</dc:creator>
  <cp:lastModifiedBy>OpenAI</cp:lastModifiedBy>
  <cp:revision>1</cp:revision>
  <dcterms:created xsi:type="dcterms:W3CDTF">2026-09-07T14:33:04Z</dcterms:created>
  <dcterms:modified xsi:type="dcterms:W3CDTF">2026-09-07T14:33:04Z</dcterms:modified>
</cp:coreProperties>
</file>